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103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541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82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79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9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53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43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49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05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23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1982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53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2000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921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0255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465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3C742-77F4-4981-80A5-7E1F12B63E5E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0C3CF7B-D8AB-4050-8D9E-FDD787609E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207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1997F9-A07D-6293-70F6-8C0315062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2381" y="2165046"/>
            <a:ext cx="7766936" cy="1646302"/>
          </a:xfrm>
        </p:spPr>
        <p:txBody>
          <a:bodyPr/>
          <a:lstStyle/>
          <a:p>
            <a:r>
              <a:rPr kumimoji="1" lang="ja-JP" altLang="en-US" dirty="0"/>
              <a:t>自分の自慢できること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0922F5-3556-1E4E-0D01-4FF018469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0096" y="3811348"/>
            <a:ext cx="7766936" cy="1096899"/>
          </a:xfrm>
        </p:spPr>
        <p:txBody>
          <a:bodyPr/>
          <a:lstStyle/>
          <a:p>
            <a:endParaRPr kumimoji="1" lang="en-US" altLang="ja-JP" dirty="0"/>
          </a:p>
          <a:p>
            <a:pPr algn="ctr"/>
            <a:r>
              <a:rPr kumimoji="1" lang="ja-JP" altLang="en-US" dirty="0"/>
              <a:t>熊本情報</a:t>
            </a:r>
            <a:r>
              <a:rPr kumimoji="1" lang="en-US" altLang="ja-JP" dirty="0"/>
              <a:t>IT</a:t>
            </a:r>
            <a:r>
              <a:rPr kumimoji="1" lang="ja-JP" altLang="en-US" dirty="0"/>
              <a:t>クリエイター専門学校</a:t>
            </a:r>
            <a:br>
              <a:rPr kumimoji="1" lang="en-US" altLang="ja-JP" dirty="0"/>
            </a:br>
            <a:r>
              <a:rPr kumimoji="1" lang="ja-JP" altLang="en-US" dirty="0"/>
              <a:t>高橋　響</a:t>
            </a:r>
          </a:p>
        </p:txBody>
      </p:sp>
    </p:spTree>
    <p:extLst>
      <p:ext uri="{BB962C8B-B14F-4D97-AF65-F5344CB8AC3E}">
        <p14:creationId xmlns:p14="http://schemas.microsoft.com/office/powerpoint/2010/main" val="413772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86A8-24CF-0982-155F-2C10893E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C33D72-AC88-AF70-7872-48400A96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964557"/>
          </a:xfrm>
        </p:spPr>
        <p:txBody>
          <a:bodyPr>
            <a:normAutofit/>
          </a:bodyPr>
          <a:lstStyle/>
          <a:p>
            <a:r>
              <a:rPr lang="ja-JP" altLang="en-US" sz="4800" dirty="0"/>
              <a:t>目次</a:t>
            </a:r>
            <a:endParaRPr kumimoji="1" lang="ja-JP" altLang="en-US" sz="4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8046C8-322B-A596-1B3B-79D525E64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1197"/>
            <a:ext cx="11094120" cy="446720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ja-JP" altLang="en-US" sz="3600" dirty="0"/>
              <a:t>１．自己紹介</a:t>
            </a:r>
            <a:endParaRPr lang="en-US" altLang="ja-JP" sz="36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ja-JP" altLang="en-US" sz="3600" dirty="0"/>
              <a:t>２．私の自慢できること</a:t>
            </a:r>
            <a:endParaRPr lang="en-US" altLang="ja-JP" sz="36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ja-JP" altLang="en-US" sz="3600" dirty="0"/>
              <a:t>３．御社に貢献できるところ</a:t>
            </a:r>
            <a:endParaRPr lang="en-US" altLang="ja-JP" sz="36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ja-JP" altLang="en-US" sz="3600" dirty="0"/>
              <a:t>４．今後どう成長したいか</a:t>
            </a:r>
            <a:endParaRPr lang="en-US" altLang="ja-JP" sz="36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ja-JP" altLang="en-US" sz="3600" dirty="0"/>
              <a:t>５．まとめ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65612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5442DF-DAD5-BC7A-0909-1D8FAD44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964557"/>
          </a:xfrm>
        </p:spPr>
        <p:txBody>
          <a:bodyPr>
            <a:normAutofit/>
          </a:bodyPr>
          <a:lstStyle/>
          <a:p>
            <a:r>
              <a:rPr kumimoji="1" lang="ja-JP" altLang="en-US" sz="4800" dirty="0"/>
              <a:t>自己紹介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435941-3969-AA2C-02DC-85A7FD01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75099"/>
            <a:ext cx="8596668" cy="41662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ja-JP" altLang="en-US" sz="3600" dirty="0"/>
              <a:t>名前：高橋　響</a:t>
            </a:r>
            <a:endParaRPr kumimoji="1" lang="en-US" altLang="ja-JP" sz="3600" dirty="0"/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3600" dirty="0"/>
              <a:t>年齢：</a:t>
            </a:r>
            <a:r>
              <a:rPr lang="en-US" altLang="ja-JP" sz="3600" dirty="0"/>
              <a:t>21</a:t>
            </a:r>
            <a:r>
              <a:rPr lang="ja-JP" altLang="en-US" sz="3600" dirty="0"/>
              <a:t>歳（</a:t>
            </a:r>
            <a:r>
              <a:rPr lang="en-US" altLang="ja-JP" sz="3600" dirty="0"/>
              <a:t>4</a:t>
            </a:r>
            <a:r>
              <a:rPr lang="ja-JP" altLang="en-US" sz="3600" dirty="0"/>
              <a:t>月</a:t>
            </a:r>
            <a:r>
              <a:rPr lang="en-US" altLang="ja-JP" sz="3600" dirty="0"/>
              <a:t>16</a:t>
            </a:r>
            <a:r>
              <a:rPr lang="ja-JP" altLang="en-US" sz="3600" dirty="0"/>
              <a:t>日生まれ）</a:t>
            </a:r>
            <a:endParaRPr lang="en-US" altLang="ja-JP" sz="3600" dirty="0"/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3600" dirty="0"/>
              <a:t>趣味：ゲーム・読書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49450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52405-609F-3461-48DF-41ABDC22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B9D4A-468C-6C83-AF4F-6D601B6F9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964557"/>
          </a:xfrm>
        </p:spPr>
        <p:txBody>
          <a:bodyPr>
            <a:normAutofit/>
          </a:bodyPr>
          <a:lstStyle/>
          <a:p>
            <a:r>
              <a:rPr kumimoji="1" lang="ja-JP" altLang="en-US" sz="4800" dirty="0"/>
              <a:t>私の自慢できること</a:t>
            </a:r>
          </a:p>
        </p:txBody>
      </p:sp>
      <p:sp>
        <p:nvSpPr>
          <p:cNvPr id="7" name="フローチャート: 結合子 6">
            <a:extLst>
              <a:ext uri="{FF2B5EF4-FFF2-40B4-BE49-F238E27FC236}">
                <a16:creationId xmlns:a16="http://schemas.microsoft.com/office/drawing/2014/main" id="{A449EAAF-FEB3-16B1-6CE2-DD479D5EE4DF}"/>
              </a:ext>
            </a:extLst>
          </p:cNvPr>
          <p:cNvSpPr/>
          <p:nvPr/>
        </p:nvSpPr>
        <p:spPr>
          <a:xfrm>
            <a:off x="4305782" y="1819151"/>
            <a:ext cx="4421528" cy="4155313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ローチャート: 結合子 8">
            <a:extLst>
              <a:ext uri="{FF2B5EF4-FFF2-40B4-BE49-F238E27FC236}">
                <a16:creationId xmlns:a16="http://schemas.microsoft.com/office/drawing/2014/main" id="{3816849C-6DCB-CADD-8E75-D19899AAB077}"/>
              </a:ext>
            </a:extLst>
          </p:cNvPr>
          <p:cNvSpPr/>
          <p:nvPr/>
        </p:nvSpPr>
        <p:spPr>
          <a:xfrm>
            <a:off x="554140" y="1819152"/>
            <a:ext cx="4421528" cy="4155313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103092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579</TotalTime>
  <Words>70</Words>
  <Application>Microsoft Office PowerPoint</Application>
  <PresentationFormat>ワイド画面</PresentationFormat>
  <Paragraphs>14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ファセット</vt:lpstr>
      <vt:lpstr>自分の自慢できること</vt:lpstr>
      <vt:lpstr>目次</vt:lpstr>
      <vt:lpstr>自己紹介</vt:lpstr>
      <vt:lpstr>私の自慢できること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高橋　響</dc:creator>
  <cp:lastModifiedBy>高橋　響</cp:lastModifiedBy>
  <cp:revision>4</cp:revision>
  <dcterms:created xsi:type="dcterms:W3CDTF">2026-04-12T08:33:17Z</dcterms:created>
  <dcterms:modified xsi:type="dcterms:W3CDTF">2026-04-15T06:10:50Z</dcterms:modified>
</cp:coreProperties>
</file>